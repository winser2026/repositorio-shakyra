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RELATÓRIO EXECUTIVO DE LOGÍSTICA DE COMBUSTÍVEIS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DCDCDC"/>
                </a:solidFill>
                <a:latin typeface="Arial"/>
              </a:defRPr>
            </a:pPr>
            <a:r>
              <a:t>Diagnóstico de Dependência Rodoviária, Matriz de Custos e Propostas de Resiliência para Moçambique</a:t>
            </a:r>
            <a:br/>
            <a:br/>
            <a:r>
              <a:t>Painel de Especialistas &amp; Stakeholders do Setor Petrolífero</a:t>
            </a:r>
            <a:br/>
            <a:r>
              <a:t>Ano Académico de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Sumário Executivo para Decisores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Cenário Atual: Moçambique transporta 60-65% dos seus combustíveis via rodoviária, gerando ineficiências severas.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Prejuízo Acumulado: USD 180M a 250M/ano perdidos em frete excessivo, demurrage portuário e furtos.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Vulnerabilidade Logística: Autonomia de armazenamento crítica em Nacala (&lt;6 dias) e desabastecimento recorrente no Norte.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Ação Necessária: Transição acelerada para transporte por oleoduto e ferrovia até 2030.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Principais Indicadores Financeiros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Custo do Frete Rodoviário: Aumentou de USD 42/t (2015) para USD 74/t (2024), atingindo USD 78/t em 2025.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Demurrage Portuária: USD 20.000 a 25.000 por dia por navio atrasado nos portos da Matola e Beira.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Peso Logístico: Consome 43,5% do custo terrestre final do combustível nas zonas remotas.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Roadmap Estratégico de Implementação 2025-2030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Fase 1 (2025-2026): Digitalização obrigatória da frota (GPS/SCADA) e regularização do Fundo de Compensação.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Fase 2 (2026-2028): Reabilitação de vagões-cisterna no CFM e dragagem do Porto da Beira.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Fase 3 (2028-2030): Construção e comissionamento dos oleodutos continentais internos.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